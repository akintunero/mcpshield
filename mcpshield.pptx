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MCPShield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AI-Powered Cloud Security Posture Management with MCP</a:t>
            </a:r>
            <a:br/>
            <a:br/>
            <a:r>
              <a:rPr/>
              <a:t>Olumayowa Akinkuehinmi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with AI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MCPShield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AI-Powered Cloud Security Posture Management using the Model Context Protocol</a:t>
            </a:r>
          </a:p>
          <a:p>
            <a:pPr lvl="0" indent="0" marL="0">
              <a:buNone/>
            </a:pPr>
            <a:r>
              <a:rPr/>
              <a:t>Olumayowa Akinkuehinmi Build with AI 2026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What is Cloud Security Posture Management (CSPM)?</a:t>
            </a:r>
          </a:p>
          <a:p>
            <a:pPr lvl="0" indent="-342900" marL="342900">
              <a:buAutoNum type="arabicPeriod"/>
            </a:pPr>
            <a:r>
              <a:rPr/>
              <a:t>The Model Context Protocol (MCP)</a:t>
            </a:r>
          </a:p>
          <a:p>
            <a:pPr lvl="0" indent="-342900" marL="342900">
              <a:buAutoNum type="arabicPeriod"/>
            </a:pPr>
            <a:r>
              <a:rPr/>
              <a:t>MCPShield Architecture</a:t>
            </a:r>
          </a:p>
          <a:p>
            <a:pPr lvl="0" indent="-342900" marL="342900">
              <a:buAutoNum type="arabicPeriod"/>
            </a:pPr>
            <a:r>
              <a:rPr/>
              <a:t>Live Demo</a:t>
            </a:r>
          </a:p>
          <a:p>
            <a:pPr lvl="0" indent="-342900" marL="342900">
              <a:buAutoNum type="arabicPeriod"/>
            </a:pPr>
            <a:r>
              <a:rPr/>
              <a:t>How It Works — Deep Dive</a:t>
            </a:r>
          </a:p>
          <a:p>
            <a:pPr lvl="0" indent="-342900" marL="342900">
              <a:buAutoNum type="arabicPeriod"/>
            </a:pPr>
            <a:r>
              <a:rPr/>
              <a:t>Extending MCPShield</a:t>
            </a:r>
          </a:p>
          <a:p>
            <a:pPr lvl="0" indent="-342900" marL="342900">
              <a:buAutoNum type="arabicPeriod"/>
            </a:pPr>
            <a:r>
              <a:rPr/>
              <a:t>Q&amp;A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CSPM?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Cloud Security Posture Management</a:t>
            </a:r>
          </a:p>
          <a:p>
            <a:pPr lvl="0" indent="0" marL="0">
              <a:buNone/>
            </a:pPr>
            <a:r>
              <a:rPr/>
              <a:t>Continuous monitoring of cloud environments for:</a:t>
            </a:r>
          </a:p>
          <a:p>
            <a:pPr lvl="0"/>
            <a:r>
              <a:rPr/>
              <a:t>✅ Misconfigurations</a:t>
            </a:r>
          </a:p>
          <a:p>
            <a:pPr lvl="0"/>
            <a:r>
              <a:rPr/>
              <a:t>✅ Compliance violations</a:t>
            </a:r>
          </a:p>
          <a:p>
            <a:pPr lvl="0"/>
            <a:r>
              <a:rPr/>
              <a:t>✅ Security best practices</a:t>
            </a:r>
          </a:p>
          <a:p>
            <a:pPr lvl="0" indent="0" marL="0">
              <a:buNone/>
            </a:pPr>
            <a:r>
              <a:rPr/>
              <a:t>Why it matters: - 99% of cloud breaches are caused by user misconfigurations - Manual audits don’t scale - Compliance requires continuous validation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 We Solve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Engineer: "I think the S3 bucket is private..."
Reality: Bucket policy allows public read to everyone
Days later: Data breach notification</a:t>
            </a:r>
          </a:p>
          <a:p>
            <a:pPr lvl="0" indent="0" marL="0">
              <a:buNone/>
            </a:pPr>
            <a:r>
              <a:rPr b="1"/>
              <a:t>Traditional approach:</a:t>
            </a:r>
            <a:r>
              <a:rPr/>
              <a:t> Reactive, manual, slow</a:t>
            </a:r>
          </a:p>
          <a:p>
            <a:pPr lvl="0" indent="0" marL="0">
              <a:buNone/>
            </a:pPr>
            <a:r>
              <a:rPr b="1"/>
              <a:t>MCPShield approach:</a:t>
            </a:r>
            <a:r>
              <a:rPr/>
              <a:t> AI-powered, automated, continuous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MCP?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Model Context Protocol</a:t>
            </a:r>
            <a:r>
              <a:rPr/>
              <a:t> — Universal connector for AI-tool communication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┌──────────┐     MCP Protocol      ┌──────────┐
│   AI     │ ◄──────────────────► │  Tools   │
│  Model    │     JSON-RPC 2.0     │  &amp; Data  │
└──────────┘                       └──────────┘</a:t>
            </a:r>
          </a:p>
          <a:p>
            <a:pPr lvl="0" indent="0" marL="0">
              <a:buNone/>
            </a:pPr>
            <a:r>
              <a:rPr/>
              <a:t>Think of it as </a:t>
            </a:r>
            <a:r>
              <a:rPr b="1"/>
              <a:t>USB-C for AI</a:t>
            </a:r>
            <a:r>
              <a:rPr/>
              <a:t> — standardizing how AI connects to everything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MCP?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3100"/>
                <a:gridCol w="3746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Before 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With MCP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 integrations per tool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protocol for all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has raw API credentials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uses tools through a security boundary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Hard to audit AI actions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 tool call is logged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Vendor lock-in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Interoperable ecosystem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MCPShield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User ──► Slack/Dashboard
            │
            ▼
      AI Security Analyst
            │
       MCP Client (SDK)
            │
            ▼
       MCP Server
       ┌────┴────┐
       │         │
   Scanner    Remediator
       │         │
       ▼         ▼
    AWS / LocalStack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Architecture: 4-Layer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Layer 1: Interfaces</a:t>
            </a:r>
            <a:r>
              <a:rPr/>
              <a:t> - Slack bot (Socket Mode) - Web Dashboard (SPA) - REST API</a:t>
            </a:r>
          </a:p>
          <a:p>
            <a:pPr lvl="0" indent="0" marL="0">
              <a:buNone/>
            </a:pPr>
            <a:r>
              <a:rPr b="1"/>
              <a:t>Layer 2: AI &amp; MCP</a:t>
            </a:r>
            <a:r>
              <a:rPr/>
              <a:t> - LLM Providers (NVIDIA NIM, Gemini, Ollama) - MCP Client → MCP Server</a:t>
            </a:r>
          </a:p>
          <a:p>
            <a:pPr lvl="0" indent="0" marL="0">
              <a:buNone/>
            </a:pPr>
            <a:r>
              <a:rPr b="1"/>
              <a:t>Layer 3: Security Engine</a:t>
            </a:r>
            <a:r>
              <a:rPr/>
              <a:t> - 21 security rules - MITRE ATT&amp;CK + CIS mappings - Scoring engine (0–100, A–F)</a:t>
            </a:r>
          </a:p>
          <a:p>
            <a:pPr lvl="0" indent="0" marL="0">
              <a:buNone/>
            </a:pPr>
            <a:r>
              <a:rPr b="1"/>
              <a:t>Layer 4: Cloud Provider</a:t>
            </a:r>
            <a:r>
              <a:rPr/>
              <a:t> - AWS SDK scanner &amp; remediator - Plugin architecture for Azure, GCP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21 Security Rules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🔴 Critical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Public S3 bucket, Admin access, Old keys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🟠 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 SSH/RDP, Missing encryption, CloudTrail off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🟡 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Weak passwords, Unused users/keys, No logging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🔵 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Missing tags, Poor naming, No descriptions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finding includes: MITRE ATT&amp;CK mapping · CIS Benchmark · Business Impact · Attack Scenario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Human-in-the-Loop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User: @Shield fix finding MCPS-S3-001
  AI generates Terraform fix
  AI shows fix to user
User: @Shield approve
  AI executes remediation via MCP
  Cloud resource is fixed
  Score is updated</a:t>
            </a:r>
          </a:p>
          <a:p>
            <a:pPr lvl="0" indent="0" marL="0">
              <a:buNone/>
            </a:pPr>
            <a:r>
              <a:rPr b="1"/>
              <a:t>Key principle:</a:t>
            </a:r>
            <a:r>
              <a:rPr/>
              <a:t> AI can read freely, but </a:t>
            </a:r>
            <a:r>
              <a:rPr b="1"/>
              <a:t>write requires human approval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Generators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Terraform</a:t>
            </a:r>
          </a:p>
          <a:p>
            <a:pPr lvl="0" indent="0">
              <a:buNone/>
            </a:pPr>
            <a:r>
              <a:rPr>
                <a:latin typeface="Courier"/>
              </a:rPr>
              <a:t>resource "aws_s3_bucket_public_access_block" "example" {
  bucket                  = "my-bucket"
  block_public_acls       = true
  restrict_public_buckets = true
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AWS CLI</a:t>
            </a:r>
          </a:p>
          <a:p>
            <a:pPr lvl="0" indent="0">
              <a:buNone/>
            </a:pPr>
            <a:r>
              <a:rPr>
                <a:latin typeface="Courier"/>
              </a:rPr>
              <a:t>aws s3api put-public-access-block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--bucket</a:t>
            </a:r>
            <a:r>
              <a:rPr>
                <a:latin typeface="Courier"/>
              </a:rPr>
              <a:t> my-bucket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--public-access-block-configuration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  BlockPublicAcls=true,RestrictPublicBuckets=true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Security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Score: 85/100 (Grade: B)
Deductions:
  Critical  → -20 each
  High      → -10 each
  Medium    → -4 each
  Low       → -1 each
Grade Map:
  90-100: A | 70-89: B | 50-69: C | 25-49: D | 0-24: F</a:t>
            </a:r>
          </a:p>
          <a:p>
            <a:pPr lvl="0" indent="0" marL="0">
              <a:buNone/>
            </a:pPr>
            <a:r>
              <a:rPr/>
              <a:t>Score updates automatically after scans and remediations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Plugin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┌──────────┐
│  MCPShield│
│   Core    │
└────┬─────┘
     │
  ┌──┴──┬──┬──┐
  │     │  │  │
  AWS  Azure GCP K8s
  ✅    🔜  🔜  🔜</a:t>
            </a:r>
          </a:p>
          <a:p>
            <a:pPr lvl="0" indent="0" marL="0">
              <a:buNone/>
            </a:pPr>
            <a:r>
              <a:rPr/>
              <a:t>Currently ships with </a:t>
            </a:r>
            <a:r>
              <a:rPr b="1"/>
              <a:t>AWS provider</a:t>
            </a:r>
            <a:r>
              <a:rPr/>
              <a:t> Provider interface ready for any cloud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 Stack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Technology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Node.js 22, TypeScript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Package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pnpm workspaces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MCP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@modelcontextprotocol/sdk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NVIDIA NIM, Gemini, Ollama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 SDK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AWS SDK v3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HTTP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Fastify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Zod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@slack/bolt (Socket Mode)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Vitest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1. Scan environment
2. Review findings
3. Explain a vulnerability
4. Generate remediation code
5. Approve and execute fix
6. Verify score improvement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Prerequisites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https://github.com/akintunero/mcpshield.git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mcpshield</a:t>
            </a:r>
            <a:br/>
            <a:r>
              <a:rPr>
                <a:latin typeface="Courier"/>
              </a:rPr>
              <a:t>pnpm install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cp</a:t>
            </a:r>
            <a:r>
              <a:rPr>
                <a:latin typeface="Courier"/>
              </a:rPr>
              <a:t> .env.example .env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Start services</a:t>
            </a:r>
            <a:br/>
            <a:r>
              <a:rPr>
                <a:latin typeface="Courier"/>
              </a:rPr>
              <a:t>pnpm </a:t>
            </a:r>
            <a:r>
              <a:rPr>
                <a:solidFill>
                  <a:srgbClr val="7D9029"/>
                </a:solidFill>
                <a:latin typeface="Courier"/>
              </a:rPr>
              <a:t>--filter</a:t>
            </a:r>
            <a:r>
              <a:rPr>
                <a:latin typeface="Courier"/>
              </a:rPr>
              <a:t> @mcpshield/mcp-server dev</a:t>
            </a:r>
            <a:br/>
            <a:r>
              <a:rPr>
                <a:latin typeface="Courier"/>
              </a:rPr>
              <a:t>pnpm </a:t>
            </a:r>
            <a:r>
              <a:rPr>
                <a:solidFill>
                  <a:srgbClr val="7D9029"/>
                </a:solidFill>
                <a:latin typeface="Courier"/>
              </a:rPr>
              <a:t>--filter</a:t>
            </a:r>
            <a:r>
              <a:rPr>
                <a:latin typeface="Courier"/>
              </a:rPr>
              <a:t> @mcpshield/api dev</a:t>
            </a:r>
            <a:br/>
            <a:r>
              <a:rPr>
                <a:latin typeface="Courier"/>
              </a:rPr>
              <a:t>pnpm </a:t>
            </a:r>
            <a:r>
              <a:rPr>
                <a:solidFill>
                  <a:srgbClr val="7D9029"/>
                </a:solidFill>
                <a:latin typeface="Courier"/>
              </a:rPr>
              <a:t>--filter</a:t>
            </a:r>
            <a:r>
              <a:rPr>
                <a:latin typeface="Courier"/>
              </a:rPr>
              <a:t> @mcpshield/agent dev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Or with Docker</a:t>
            </a:r>
            <a:br/>
            <a:r>
              <a:rPr>
                <a:latin typeface="Courier"/>
              </a:rPr>
              <a:t>docker compose up </a:t>
            </a:r>
            <a:r>
              <a:rPr>
                <a:solidFill>
                  <a:srgbClr val="7D9029"/>
                </a:solidFill>
                <a:latin typeface="Courier"/>
              </a:rPr>
              <a:t>--build</a:t>
            </a:r>
          </a:p>
          <a:p>
            <a:pPr lvl="0" indent="0" marL="0">
              <a:buNone/>
            </a:pPr>
            <a:r>
              <a:rPr/>
              <a:t>Connect to Slack or open http://localhost:7802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Extending MCPShield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Add a new security rule:</a:t>
            </a:r>
            <a:r>
              <a:rPr/>
              <a:t> 1. Write rule function in </a:t>
            </a:r>
            <a:r>
              <a:rPr>
                <a:latin typeface="Courier"/>
              </a:rPr>
              <a:t>rules.ts</a:t>
            </a:r>
            <a:r>
              <a:rPr/>
              <a:t> 2. Add catalog entry in </a:t>
            </a:r>
            <a:r>
              <a:rPr>
                <a:latin typeface="Courier"/>
              </a:rPr>
              <a:t>catalog.ts</a:t>
            </a:r>
            <a:r>
              <a:rPr/>
              <a:t> 3. Add remediation mapping in </a:t>
            </a:r>
            <a:r>
              <a:rPr>
                <a:latin typeface="Courier"/>
              </a:rPr>
              <a:t>server.ts</a:t>
            </a:r>
            <a:r>
              <a:rPr/>
              <a:t> 4. Write tests</a:t>
            </a:r>
          </a:p>
          <a:p>
            <a:pPr lvl="0" indent="0" marL="0">
              <a:buNone/>
            </a:pPr>
            <a:r>
              <a:rPr b="1"/>
              <a:t>Add a new cloud provider:</a:t>
            </a:r>
            <a:r>
              <a:rPr/>
              <a:t> 1. Implement </a:t>
            </a:r>
            <a:r>
              <a:rPr>
                <a:latin typeface="Courier"/>
              </a:rPr>
              <a:t>CloudProvider</a:t>
            </a:r>
            <a:r>
              <a:rPr/>
              <a:t> interface 2. Create scanner + remediator package 3. Register in config</a:t>
            </a:r>
          </a:p>
          <a:p>
            <a:pPr lvl="0" indent="0" marL="0">
              <a:buNone/>
            </a:pPr>
            <a:r>
              <a:rPr b="1"/>
              <a:t>Add a new LLM provider:</a:t>
            </a:r>
            <a:r>
              <a:rPr/>
              <a:t> 1. Implement </a:t>
            </a:r>
            <a:r>
              <a:rPr>
                <a:latin typeface="Courier"/>
              </a:rPr>
              <a:t>LLMProvider</a:t>
            </a:r>
            <a:r>
              <a:rPr/>
              <a:t> interface 2. Add to </a:t>
            </a:r>
            <a:r>
              <a:rPr>
                <a:latin typeface="Courier"/>
              </a:rPr>
              <a:t>getLlmProvider()</a:t>
            </a:r>
            <a:r>
              <a:rPr/>
              <a:t> factory 3. Done — no other changes needed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MCP</a:t>
            </a:r>
            <a:r>
              <a:rPr/>
              <a:t> is the universal connector for AI-tool communication</a:t>
            </a:r>
          </a:p>
          <a:p>
            <a:pPr lvl="0"/>
            <a:r>
              <a:rPr b="1"/>
              <a:t>Security boundary</a:t>
            </a:r>
            <a:r>
              <a:rPr/>
              <a:t> — AI never directly accesses cloud APIs</a:t>
            </a:r>
          </a:p>
          <a:p>
            <a:pPr lvl="0"/>
            <a:r>
              <a:rPr b="1"/>
              <a:t>Human-in-the-loop</a:t>
            </a:r>
            <a:r>
              <a:rPr/>
              <a:t> — Read is automatic, write requires approval</a:t>
            </a:r>
          </a:p>
          <a:p>
            <a:pPr lvl="0"/>
            <a:r>
              <a:rPr b="1"/>
              <a:t>21 rules</a:t>
            </a:r>
            <a:r>
              <a:rPr/>
              <a:t> covering critical, high, medium, low severities</a:t>
            </a:r>
          </a:p>
          <a:p>
            <a:pPr lvl="0"/>
            <a:r>
              <a:rPr b="1"/>
              <a:t>Plugin architecture</a:t>
            </a:r>
            <a:r>
              <a:rPr/>
              <a:t> — designed for multi-cloud</a:t>
            </a:r>
          </a:p>
          <a:p>
            <a:pPr lvl="0"/>
            <a:r>
              <a:rPr b="1"/>
              <a:t>Open source</a:t>
            </a:r>
            <a:r>
              <a:rPr/>
              <a:t> — MIT license, contributions welcome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Repository:</a:t>
            </a:r>
            <a:r>
              <a:rPr/>
              <a:t> github.com/akintunero/mcpshield</a:t>
            </a:r>
          </a:p>
          <a:p>
            <a:pPr lvl="0"/>
            <a:r>
              <a:rPr b="1"/>
              <a:t>Documentation:</a:t>
            </a:r>
            <a:r>
              <a:rPr/>
              <a:t> docs/ folder in the repo</a:t>
            </a:r>
          </a:p>
          <a:p>
            <a:pPr lvl="0"/>
            <a:r>
              <a:rPr b="1"/>
              <a:t>MCP Specification:</a:t>
            </a:r>
            <a:r>
              <a:rPr/>
              <a:t> modelcontextprotocol.io</a:t>
            </a:r>
          </a:p>
          <a:p>
            <a:pPr lvl="0"/>
            <a:r>
              <a:rPr b="1"/>
              <a:t>NVIDIA NIM:</a:t>
            </a:r>
            <a:r>
              <a:rPr/>
              <a:t> build.nvidia.com</a:t>
            </a:r>
          </a:p>
          <a:p>
            <a:pPr lvl="0"/>
            <a:r>
              <a:rPr b="1"/>
              <a:t>LocalStack:</a:t>
            </a:r>
            <a:r>
              <a:rPr/>
              <a:t> localstack.cloud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Questions?</a:t>
            </a:r>
          </a:p>
          <a:p>
            <a:pPr lvl="0" indent="0" marL="0">
              <a:buNone/>
            </a:pPr>
            <a:r>
              <a:rPr b="1"/>
              <a:t>Olumayowa Akinkuehinmi</a:t>
            </a:r>
            <a:r>
              <a:rPr/>
              <a:t> akintunero101@gmail.com</a:t>
            </a:r>
          </a:p>
          <a:p>
            <a:pPr lvl="0" indent="0" marL="0">
              <a:buNone/>
            </a:pPr>
            <a:r>
              <a:rPr/>
              <a:t>github.com/akintunero/mcpshield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MCPShield</dc:title>
  <dc:creator>Olumayowa Akinkuehinmi</dc:creator>
  <cp:keywords/>
  <dcterms:created xsi:type="dcterms:W3CDTF">2026-07-21T09:14:17Z</dcterms:created>
  <dcterms:modified xsi:type="dcterms:W3CDTF">2026-07-21T09:14:17Z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Build with AI 2026</vt:lpwstr>
  </property>
  <property fmtid="{D5CDD505-2E9C-101B-9397-08002B2CF9AE}" pid="3" name="subtitle">
    <vt:lpwstr>AI-Powered Cloud Security Posture Management with MCP</vt:lpwstr>
  </property>
  <property fmtid="{D5CDD505-2E9C-101B-9397-08002B2CF9AE}" pid="4" name="theme">
    <vt:lpwstr>default</vt:lpwstr>
  </property>
</Properties>
</file>